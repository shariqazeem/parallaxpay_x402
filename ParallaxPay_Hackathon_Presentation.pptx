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FFA3"/>
                </a:solidFill>
              </a:defRPr>
            </a:pPr>
            <a:r>
              <a:t>ParallaxPay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Autonomous AI Agents on Distributed Compute</a:t>
            </a:r>
          </a:p>
          <a:p>
            <a:r>
              <a:t>with x402 Micropayments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C8"/>
                </a:solidFill>
              </a:defRPr>
            </a:pPr>
            <a:r>
              <a:t>x402 Solana Hackathon 2024 • Parallax Eco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FA3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🤖 AI agents need compute resources but lack payment infrastructure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💰 Traditional payment systems too slow and expensive for micropayments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🌐 No decentralized marketplace connecting agents with compute providers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🔒 Lack of trust and reputation system for autonomous transactions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⚡ Existing solutions are centralized, manual, and don't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FA3"/>
                </a:solidFill>
              </a:defRPr>
            </a:pPr>
            <a:r>
              <a:t>ParallaxPay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🎯 Autonomous AI Agent Marketplace on distributed compute infrastructure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💸 x402 Protocol integration for seamless Solana micropayments ($0.001/inference)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🏗️ Real distributed compute using Gradient Parallax multi-node clusters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🤝 Swarm intelligence for collaborative provider discovery &amp; consensus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🏆 On-chain reputation system with trust badges and attestations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⏰ Autonomous scheduling - agents run themselves without manual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9400D3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940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🔮 Market Oracle Agent: Autonomous crypto predictions with multi-provider consensus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🐝 Agent Swarms: Multiple agents collaborate to benchmark and vote on providers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⚙️ 6 Specialized Agents: Market Intel, Social Sentiment, DeFi Yield, Portfolio, Oracle, Blockchain 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📡 Real-time Provider Discovery: Auto-detect Parallax nodes with health checking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💎 MCP Server: Model Context Protocol integration (bonus track!)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🔄 Complete Autonomy: Self-scheduling, auto-payment, auto-execution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A3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731520"/>
          </a:xfrm>
          <a:prstGeom prst="roundRect">
            <a:avLst/>
          </a:prstGeom>
          <a:solidFill>
            <a:srgbClr val="8A2B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2606040"/>
            <a:ext cx="914400" cy="228600"/>
          </a:xfrm>
          <a:prstGeom prst="downArrow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926080"/>
            <a:ext cx="5486400" cy="731520"/>
          </a:xfrm>
          <a:prstGeom prst="roundRect">
            <a:avLst/>
          </a:prstGeom>
          <a:solidFill>
            <a:srgbClr val="00FFA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x402 Protocol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3703320"/>
            <a:ext cx="914400" cy="228600"/>
          </a:xfrm>
          <a:prstGeom prst="downArrow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4023360"/>
            <a:ext cx="5486400" cy="731520"/>
          </a:xfrm>
          <a:prstGeom prst="roundRect">
            <a:avLst/>
          </a:prstGeom>
          <a:solidFill>
            <a:srgbClr val="9400D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Parallax Cluster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4800600"/>
            <a:ext cx="914400" cy="228600"/>
          </a:xfrm>
          <a:prstGeom prst="downArrow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00CC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Solana Blockchain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8A2BE2"/>
                </a:solidFill>
              </a:defRPr>
            </a:pPr>
            <a:r>
              <a:t>Gradient Parallax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Multi-node cluster deployment (1 scheduler + N workers)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Proper scheduler-worker architecture with load balancing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Real distributed inference (not simulated!)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Automatic failover and retry logic with health monitoring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OpenAI-compatible API with cost estimation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✅ Comprehensive setup documentation and Docker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FA3"/>
                </a:solidFill>
              </a:defRPr>
            </a:pPr>
            <a:r>
              <a:t>x402 Protocol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💸 Pay-per-inference model with automatic payment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🔐 x402-fetch and x402-express middleware for seamless transactions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📊 Real-time transaction tracking and public activity feed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⛓️ On-chain verification with Solana Web3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📈 Complete payment history with wallet connection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🚀 Production-ready payment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A3"/>
                </a:solidFill>
              </a:defRPr>
            </a:pPr>
            <a:r>
              <a:t>Live Demo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2286000"/>
          </a:xfrm>
          <a:prstGeom prst="roundRect">
            <a:avLst/>
          </a:prstGeom>
          <a:solidFill>
            <a:srgbClr val="9400D3"/>
          </a:solidFill>
          <a:ln w="3810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200" b="1">
                <a:solidFill>
                  <a:srgbClr val="00FFA3"/>
                </a:solidFill>
              </a:defRPr>
            </a:pPr>
            <a:r>
              <a:t>Market Oracle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Autonomous crypto predictions</a:t>
            </a:r>
            <a:br/>
            <a:r>
              <a:t>with multi-provider consensus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560320" cy="2286000"/>
          </a:xfrm>
          <a:prstGeom prst="roundRect">
            <a:avLst/>
          </a:prstGeom>
          <a:solidFill>
            <a:srgbClr val="9400D3"/>
          </a:solidFill>
          <a:ln w="3810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200" b="1">
                <a:solidFill>
                  <a:srgbClr val="00FFA3"/>
                </a:solidFill>
              </a:defRPr>
            </a:pPr>
            <a:r>
              <a:t>Agent Swarms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Collaborative intelligence</a:t>
            </a:r>
            <a:br/>
            <a:r>
              <a:t>for provider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2560320" cy="2286000"/>
          </a:xfrm>
          <a:prstGeom prst="roundRect">
            <a:avLst/>
          </a:prstGeom>
          <a:solidFill>
            <a:srgbClr val="9400D3"/>
          </a:solidFill>
          <a:ln w="3810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200" b="1">
                <a:solidFill>
                  <a:srgbClr val="00FFA3"/>
                </a:solidFill>
              </a:defRPr>
            </a:pPr>
            <a:r>
              <a:t>Micropayments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Real-time x402 payments</a:t>
            </a:r>
            <a:br/>
            <a:r>
              <a:t>on Solana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C8"/>
                </a:solidFill>
              </a:defRPr>
            </a:pPr>
            <a:r>
              <a:t>✓ 6 Agent Types  •  ✓ Multi-node Parallax Cluster  •  ✓ Real Solana Payments  •  ✓ MCP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t>Why ParallaxPay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🥇 Only submission with TRUE multi-node Parallax cluster (most use single instance)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🤖 Real autonomous execution (self-scheduling agents, not manual clicks)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🧠 Swarm intelligence with consensus algorithms (collaborative not competitive)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🎯 Production-ready with Docker, SSL, comprehensive error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🎁 Qualifies for multiple tracks: Parallax Eco + MCP Server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📚 Exceptional documentation: 9 detailed docs, guides, troubleshooting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💪 8,230+ lines of production TypeScript code with modern stack (Next.js 15, React 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0FFA3"/>
                </a:solidFill>
              </a:defRPr>
            </a:pPr>
            <a:r>
              <a:t>The Future of</a:t>
            </a:r>
          </a:p>
          <a:p>
            <a:r>
              <a:t>Autonomous AI Economies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ParallaxPay • Built on Gradient Parallax &amp; Solana x402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C8"/>
                </a:solidFill>
              </a:defRPr>
            </a:pPr>
            <a:r>
              <a:t>github.com/shariqazeem/parallaxpay_x402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